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6e1131e91043fa" /><Relationship Type="http://schemas.openxmlformats.org/officeDocument/2006/relationships/extended-properties" Target="/docProps/app.xml" Id="R9df69ad8684742cb" /><Relationship Type="http://schemas.openxmlformats.org/officeDocument/2006/relationships/officeDocument" Target="/ppt/presentation.xml" Id="R8c8c208b7641426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39bd55154604c06"/>
  </p:sldMasterIdLst>
  <p:notesMasterIdLst>
    <p:notesMasterId xmlns:r="http://schemas.openxmlformats.org/officeDocument/2006/relationships" r:id="Rfb09eeecc02e4041"/>
  </p:notesMasterIdLst>
  <p:sldIdLst>
    <p:sldId xmlns:r="http://schemas.openxmlformats.org/officeDocument/2006/relationships" id="256" r:id="R46baf4e8dd4540eb"/>
    <p:sldId xmlns:r="http://schemas.openxmlformats.org/officeDocument/2006/relationships" id="257" r:id="R752c65d683674602"/>
    <p:sldId xmlns:r="http://schemas.openxmlformats.org/officeDocument/2006/relationships" id="258" r:id="R68e1153be3a84793"/>
    <p:sldId xmlns:r="http://schemas.openxmlformats.org/officeDocument/2006/relationships" id="259" r:id="R4e2245955bab4888"/>
    <p:sldId xmlns:r="http://schemas.openxmlformats.org/officeDocument/2006/relationships" id="260" r:id="R26411d9c41b14166"/>
    <p:sldId xmlns:r="http://schemas.openxmlformats.org/officeDocument/2006/relationships" id="261" r:id="R5f4449b54a674bf9"/>
    <p:sldId xmlns:r="http://schemas.openxmlformats.org/officeDocument/2006/relationships" id="262" r:id="R2d79873465d04ed8"/>
    <p:sldId xmlns:r="http://schemas.openxmlformats.org/officeDocument/2006/relationships" id="263" r:id="Rd39d7ef9ac0842f1"/>
    <p:sldId xmlns:r="http://schemas.openxmlformats.org/officeDocument/2006/relationships" id="264" r:id="R005674a8039f4e37"/>
    <p:sldId xmlns:r="http://schemas.openxmlformats.org/officeDocument/2006/relationships" id="265" r:id="R0ae9caec510e4807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067722e6e53d4f20"/>
      <p:bold xmlns:r="http://schemas.openxmlformats.org/officeDocument/2006/relationships" r:id="Rb07a223897e24aaa"/>
      <p:italic xmlns:r="http://schemas.openxmlformats.org/officeDocument/2006/relationships" r:id="Rca23f3f7f0f941cb"/>
      <p:boldItalic xmlns:r="http://schemas.openxmlformats.org/officeDocument/2006/relationships" r:id="R5b0e72ab95dc47f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35b05d5954b5f" /><Relationship Type="http://schemas.openxmlformats.org/officeDocument/2006/relationships/slideMaster" Target="/ppt/slideMasters/slideMaster1.xml" Id="R639bd55154604c06" /><Relationship Type="http://schemas.openxmlformats.org/officeDocument/2006/relationships/notesMaster" Target="/ppt/notesMasters/notesMaster1.xml" Id="Rfb09eeecc02e4041" /><Relationship Type="http://schemas.openxmlformats.org/officeDocument/2006/relationships/presProps" Target="/ppt/presProps.xml" Id="Rb39e4098c3f04109" /><Relationship Type="http://schemas.openxmlformats.org/officeDocument/2006/relationships/viewProps" Target="/ppt/viewProps.xml" Id="Rf93077545ab3459b" /><Relationship Type="http://schemas.openxmlformats.org/officeDocument/2006/relationships/tableStyles" Target="/ppt/tableStyles.xml" Id="Rb795c2aba87a48b1" /><Relationship Type="http://schemas.openxmlformats.org/officeDocument/2006/relationships/font" Target="/ppt/fonts/font.dat" Id="R067722e6e53d4f20" /><Relationship Type="http://schemas.openxmlformats.org/officeDocument/2006/relationships/font" Target="/ppt/fonts/font2.dat" Id="Rb07a223897e24aaa" /><Relationship Type="http://schemas.openxmlformats.org/officeDocument/2006/relationships/font" Target="/ppt/fonts/font3.dat" Id="Rca23f3f7f0f941cb" /><Relationship Type="http://schemas.openxmlformats.org/officeDocument/2006/relationships/font" Target="/ppt/fonts/font4.dat" Id="R5b0e72ab95dc47f1" /><Relationship Type="http://schemas.openxmlformats.org/officeDocument/2006/relationships/slide" Target="/ppt/slides/slide1.xml" Id="R46baf4e8dd4540eb" /><Relationship Type="http://schemas.openxmlformats.org/officeDocument/2006/relationships/slide" Target="/ppt/slides/slide2.xml" Id="R752c65d683674602" /><Relationship Type="http://schemas.openxmlformats.org/officeDocument/2006/relationships/slide" Target="/ppt/slides/slide3.xml" Id="R68e1153be3a84793" /><Relationship Type="http://schemas.openxmlformats.org/officeDocument/2006/relationships/slide" Target="/ppt/slides/slide4.xml" Id="R4e2245955bab4888" /><Relationship Type="http://schemas.openxmlformats.org/officeDocument/2006/relationships/slide" Target="/ppt/slides/slide5.xml" Id="R26411d9c41b14166" /><Relationship Type="http://schemas.openxmlformats.org/officeDocument/2006/relationships/slide" Target="/ppt/slides/slide6.xml" Id="R5f4449b54a674bf9" /><Relationship Type="http://schemas.openxmlformats.org/officeDocument/2006/relationships/slide" Target="/ppt/slides/slide7.xml" Id="R2d79873465d04ed8" /><Relationship Type="http://schemas.openxmlformats.org/officeDocument/2006/relationships/slide" Target="/ppt/slides/slide8.xml" Id="Rd39d7ef9ac0842f1" /><Relationship Type="http://schemas.openxmlformats.org/officeDocument/2006/relationships/slide" Target="/ppt/slides/slide9.xml" Id="R005674a8039f4e37" /><Relationship Type="http://schemas.openxmlformats.org/officeDocument/2006/relationships/slide" Target="/ppt/slides/slide10.xml" Id="R0ae9caec510e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8bb0666c94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bb5f7bec74d26" /><Relationship Type="http://schemas.openxmlformats.org/officeDocument/2006/relationships/notesMaster" Target="/ppt/notesMasters/notesMaster1.xml" Id="R9f15d643c004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0bbf7232f045bb" /><Relationship Type="http://schemas.openxmlformats.org/officeDocument/2006/relationships/notesMaster" Target="/ppt/notesMasters/notesMaster1.xml" Id="R7468041f447c4a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a47470e7764f6f" /><Relationship Type="http://schemas.openxmlformats.org/officeDocument/2006/relationships/notesMaster" Target="/ppt/notesMasters/notesMaster1.xml" Id="Rd4da2c73b8f84f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d7ecb13c3543e2" /><Relationship Type="http://schemas.openxmlformats.org/officeDocument/2006/relationships/notesMaster" Target="/ppt/notesMasters/notesMaster1.xml" Id="R263aad39b20b48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074c5418a4a05" /><Relationship Type="http://schemas.openxmlformats.org/officeDocument/2006/relationships/notesMaster" Target="/ppt/notesMasters/notesMaster1.xml" Id="Ra92e3e6b0ddb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97697ad0942e4" /><Relationship Type="http://schemas.openxmlformats.org/officeDocument/2006/relationships/notesMaster" Target="/ppt/notesMasters/notesMaster1.xml" Id="Rdabff1ced9e5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6b5ab21fe64473" /><Relationship Type="http://schemas.openxmlformats.org/officeDocument/2006/relationships/notesMaster" Target="/ppt/notesMasters/notesMaster1.xml" Id="R8706608308a6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4cd1e1e6a043dc" /><Relationship Type="http://schemas.openxmlformats.org/officeDocument/2006/relationships/notesMaster" Target="/ppt/notesMasters/notesMaster1.xml" Id="Rbc3b46ad259a41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f40484eb234299" /><Relationship Type="http://schemas.openxmlformats.org/officeDocument/2006/relationships/notesMaster" Target="/ppt/notesMasters/notesMaster1.xml" Id="Rc8bd71d5dd1341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b78ad42db145b3" /><Relationship Type="http://schemas.openxmlformats.org/officeDocument/2006/relationships/notesMaster" Target="/ppt/notesMasters/notesMaster1.xml" Id="Rf38e9910e203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execution gap: a deadline says when, but not how.</a:t>
            </a:r>
            <a:endParaRPr/>
          </a:p>
          <a:p xmlns:a="http://schemas.openxmlformats.org/drawingml/2006/main">
            <a:r>
              <a:t>StudyFlow closes that gap and visibly recovers when reality changes.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AGENTS.md</a:t>
            </a:r>
            <a:endParaRPr/>
          </a:p>
          <a:p xmlns:a="http://schemas.openxmlformats.org/drawingml/2006/main">
            <a:r>
              <a:t>- docs/ARCHITECTURE.md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brief. The live product is the centerpiece.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docs/demo/VIDEO_SCRIPT.md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demo uses offline templates. A task event is an explicit student report. Reassessment does not guarantee movement. 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docs/SEPT6_AB_HANDOFF.md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docs/DATA_MODELS.md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as orientation, then switch to the live browser.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content shown in the product comes from the FastAPI API.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frontend/src/api.ts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docs/API_CONTRACT.md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a real before/after pair and one preserved placement. If there are unscheduled tasks, read the reason. Do not claim rich model reasoning from activity events. 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docs/API_CONTRACT.md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Python/FastAPI/Pydantic backend and React/TypeScript/Vite frontend. Provider mocks normalize at the boundary. Templates are used offline; no live Bedrock request is claimed. In-memory state, single user, no persistence or real calendar sync. Transactions are atomic in the backend; five GETs are not a multiuser atomic snapshot. 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docs/ARCHITECTURE.md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docs/demo/RUNBOOK.md: Reset, Generate Plan, Complete, Missed. An immediate Missed of future work may preserve every slot. Add a hard block overlapping materials to demonstrate movement. Add an assessment; reset at the end. Do not use fixed historical dates in the live UI. [Sources]</a:t>
            </a:r>
          </a:p>
          <a:p xmlns:a="http://schemas.openxmlformats.org/drawingml/2006/main">
            <a:r>
              <a:t>- docs/demo/RUNBOOK.md</a:t>
            </a:r>
          </a:p>
          <a:p xmlns:a="http://schemas.openxmlformats.org/drawingml/2006/main">
            <a:r>
              <a:t>- frontend/tests/replan.test.cjs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Fallback picture is based on real API responses, not current time. Explicitly say: this is a simulated September 6 observation at 11:30. Completed prerequisites and an unrelated 16:00 session are preserved; the hard lecture stays at noon. Materials, notes and rehearsal move to 13:00, 14:00 and 16:30. No curl or special UI switching is necessary during the presentation: use this slide if the live app fails. 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docs/demo/ab-evidence/fallback.json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docs/demo/ab-evidence/TASKS_AND_MOVES.md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September 6 verification: 464 backend, 8 frontend unit and 21 browser tests; three default-startup automated rehearsals included. Clean dependency install and production build passed. Automated runs do not count as human spoken rehearsals or recorded videos. 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docs/demo/VALIDATION_SEPT6.md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frontend/tests/replan.test.cjs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adaptation: the value is not the first schedule; it is safe recovery.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AGENTS.md</a:t>
            </a:r>
            <a:endParaRPr/>
          </a:p>
          <a:p xmlns:a="http://schemas.openxmlformats.org/drawingml/2006/main">
            <a:r>
              <a:t>- docs/demo/ABCD_SIGNOFF.md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d21747dd04e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205d973e64b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506a6854e4b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07b24562d4b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ae9e6be1e49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b2f437d874d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323ce08be47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51977a2f945f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1b04453394dbf" /><Relationship Type="http://schemas.openxmlformats.org/officeDocument/2006/relationships/slideLayout" Target="/ppt/slideLayouts/slideLayout1.xml" Id="Rae013bfd41ad429e" /><Relationship Type="http://schemas.openxmlformats.org/officeDocument/2006/relationships/slideLayout" Target="/ppt/slideLayouts/slideLayout2.xml" Id="R55d3fef1d04f4adf" /><Relationship Type="http://schemas.openxmlformats.org/officeDocument/2006/relationships/slideLayout" Target="/ppt/slideLayouts/slideLayout3.xml" Id="R355fbf64e2494fb6" /><Relationship Type="http://schemas.openxmlformats.org/officeDocument/2006/relationships/slideLayout" Target="/ppt/slideLayouts/slideLayout4.xml" Id="Rfaad7387a36a4eae" /><Relationship Type="http://schemas.openxmlformats.org/officeDocument/2006/relationships/slideLayout" Target="/ppt/slideLayouts/slideLayout5.xml" Id="Rc2970bcd081c4d2d" /><Relationship Type="http://schemas.openxmlformats.org/officeDocument/2006/relationships/slideLayout" Target="/ppt/slideLayouts/slideLayout6.xml" Id="Rdb61364ff3364e0b" /><Relationship Type="http://schemas.openxmlformats.org/officeDocument/2006/relationships/slideLayout" Target="/ppt/slideLayouts/slideLayout7.xml" Id="Rf5957b4d765a41ba" /><Relationship Type="http://schemas.openxmlformats.org/officeDocument/2006/relationships/slideLayout" Target="/ppt/slideLayouts/slideLayout8.xml" Id="R5056e296dfb24c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13bfd41ad429e"/>
    <p:sldLayoutId xmlns:r="http://schemas.openxmlformats.org/officeDocument/2006/relationships" id="2147483650" r:id="R55d3fef1d04f4adf"/>
    <p:sldLayoutId xmlns:r="http://schemas.openxmlformats.org/officeDocument/2006/relationships" id="2147483651" r:id="R355fbf64e2494fb6"/>
    <p:sldLayoutId xmlns:r="http://schemas.openxmlformats.org/officeDocument/2006/relationships" id="2147483652" r:id="Rfaad7387a36a4eae"/>
    <p:sldLayoutId xmlns:r="http://schemas.openxmlformats.org/officeDocument/2006/relationships" id="2147483653" r:id="Rc2970bcd081c4d2d"/>
    <p:sldLayoutId xmlns:r="http://schemas.openxmlformats.org/officeDocument/2006/relationships" id="2147483654" r:id="Rdb61364ff3364e0b"/>
    <p:sldLayoutId xmlns:r="http://schemas.openxmlformats.org/officeDocument/2006/relationships" id="2147483655" r:id="Rf5957b4d765a41ba"/>
    <p:sldLayoutId xmlns:r="http://schemas.openxmlformats.org/officeDocument/2006/relationships" id="2147483656" r:id="R5056e296dfb24ce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905284fe346f1" /><Relationship Type="http://schemas.openxmlformats.org/officeDocument/2006/relationships/notesSlide" Target="/ppt/notesSlides/notesSlide1.xml" Id="R87617f076132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b7810408f4152" /><Relationship Type="http://schemas.openxmlformats.org/officeDocument/2006/relationships/notesSlide" Target="/ppt/notesSlides/notesSlide2.xml" Id="R308c8ec82ab445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aa51b535f4991" /><Relationship Type="http://schemas.openxmlformats.org/officeDocument/2006/relationships/notesSlide" Target="/ppt/notesSlides/notesSlide3.xml" Id="R25b075f191eb41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3ebd9f59f4449" /><Relationship Type="http://schemas.openxmlformats.org/officeDocument/2006/relationships/image" Target="/ppt/media/image.png" Id="R8ac5aa52259f47ff" /><Relationship Type="http://schemas.openxmlformats.org/officeDocument/2006/relationships/notesSlide" Target="/ppt/notesSlides/notesSlide4.xml" Id="R60ec44a7507e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825f4645d4f07" /><Relationship Type="http://schemas.openxmlformats.org/officeDocument/2006/relationships/notesSlide" Target="/ppt/notesSlides/notesSlide5.xml" Id="R79f7a791948047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5275ce58b47fc" /><Relationship Type="http://schemas.openxmlformats.org/officeDocument/2006/relationships/notesSlide" Target="/ppt/notesSlides/notesSlide6.xml" Id="R255a7fc62f854e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079d0343644f0" /><Relationship Type="http://schemas.openxmlformats.org/officeDocument/2006/relationships/notesSlide" Target="/ppt/notesSlides/notesSlide7.xml" Id="Rd435f474e06043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a71f60f394ed2" /><Relationship Type="http://schemas.openxmlformats.org/officeDocument/2006/relationships/notesSlide" Target="/ppt/notesSlides/notesSlide8.xml" Id="R9ea83c1937f1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2e4279207467e" /><Relationship Type="http://schemas.openxmlformats.org/officeDocument/2006/relationships/notesSlide" Target="/ppt/notesSlides/notesSlide9.xml" Id="R4709babb54bc44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4610860f94639" /><Relationship Type="http://schemas.openxmlformats.org/officeDocument/2006/relationships/notesSlide" Target="/ppt/notesSlides/notesSlide10.xml" Id="R1e91fae12b6f4b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StudyFlow</a:t>
            </a:r>
          </a:p>
          <a:p xmlns:a="http://schemas.openxmlformats.org/drawingml/2006/main">
            <a:r>
              <a:rPr sz="7200"/>
              <a:t>Plan work. Observe change. Replan safely.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An adaptive academic execution system that turns assessment deadlines into a schedule students can actually recover.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SIMPLIFYNEXT AGENTIC 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story in four minutes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execution gap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 → Act → Observe → Replan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missed + calendar recovery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demo reset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Proof and handoff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matters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loop, three cooperating capabilities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agent interprets an assessment and decomposes it into named, dependent tasks.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 + OBSERVE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scheduler fits work around hard commitments; task and calendar events update atomic state.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REPLAN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Affected work is reassessed. Move it when needed; preserve completed and unrelated valid work where possible.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5524500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dashboard built for action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5aa52259f47ff"/>
          <a:stretch xmlns:a="http://schemas.openxmlformats.org/drawingml/2006/main"/>
        </p:blipFill>
        <p:spPr>
          <a:xfrm xmlns:a="http://schemas.openxmlformats.org/drawingml/2006/main">
            <a:off x="6269040" y="1689820"/>
            <a:ext cx="5539740" cy="3015249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THREE LIVE VIEWS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Upcoming Assessments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Today’s Plan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Agent Activity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USER ACTIONS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Complete / Missed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Add or edit calendar blocks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Add assessment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Generate Plan / Demo Reset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See what moved, stayed valid, or could not fit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PRESERVED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or unrelated unchanged placements remain visible.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UNSCHEDULED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exact task, canonical reason, and message are surfaced.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MOVED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Before → after, including cross-date changes.</a:t>
            </a:r>
            <a:endParaRPr sz="1600"/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Compare the previous and updated schedule, including full dates and timezone. A successful request may still leave work unscheduled.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Deterministic scheduling guardrails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Templates or AI interpret.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Constraints decide.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Never overlap hard calendar blocks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This offline demo uses validated preparation templates. Bedrock is optional. The scheduler checks dependencies, deadlines, hard blocks and durations. Backend changes commit atomically; the dashboard then reads all five collections. Python / FastAPI / Pydantic, with React / TypeScript / Vite.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Respect task dependencies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completed work stable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Expose partial scheduling failures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Save changes, then refresh views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break the plan, watch it recover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 — RESET + GENERATE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Reset, then Generate Plan. Show tasks, estimates and prerequisites. Record a completion.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 — MISS + CONFLICT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Mark materials Missed. Future slots may stay valid. Add an overlapping hard block to show recovery.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 — ADD + RESET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Create an assessment. Show generated work or unscheduled reason. Reset for the next judge.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1:10–2:35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0:00–1:10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2:35–3:50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Verified fallback: recovery after missed materials</a:t>
            </a:r>
          </a:p>
        </p:txBody>
      </p:sp>
      <p:graphicFrame>
        <p:nvGraphicFramePr>
          <p:cNvPr id="539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5EE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5EE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5EE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5EE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Constraint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E5EEE7"/>
                    </a:solidFill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Materials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10:00–11:00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13:00–14:00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Moved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 lecture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12:00–13:00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Speaker notes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13:00–14:30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14:00–15:30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Moved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materials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Rehearsal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14:30–15:30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16:30–17:30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Moved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independent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16:00–16:30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 +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unrelated work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placements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4 slots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 cap="none" spc="0">
                          <a:ln>
                            <a:noFill/>
                          </a:ln>
                          <a:solidFill>
                            <a:srgbClr val="18221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lost work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54306CF-2E79-4683-B0F0-F2CF4FBC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6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7564D"/>
                </a:solidFill>
                <a:latin typeface="Helvetica Neue"/>
                <a:ea typeface="Helvetica Neue"/>
                <a:cs typeface="Helvetica Neue"/>
              </a:rPr>
              <a:t>Simulated observation: 6 Sep 2026, 11:30 SGT. Real API replay: 3 moved, 4 preserved, 0 unscheduled.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Verified on September 6: ready for human rehearsal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 FRONTEND UNIT TESTS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 parsing and contract behavior passed.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464 BACKEND TESTS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pytest suite passed.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BUILD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All frontend tsconfigs and Vite build passed.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21 BROWSER ACCEPTANCE TESTS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Includes three complete rehearsals from the default empty startup state.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Frontend writes use existing contracts, lock duplicate submissions, preserve usable state on failure, and refresh assessments, tasks, calendar, schedule, and planning events after success.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StudyFlow keeps the plan useful</a:t>
            </a:r>
          </a:p>
          <a:p xmlns:a="http://schemas.openxmlformats.org/drawingml/2006/main">
            <a:r>
              <a:rPr sz="7200"/>
              <a:t>after the plan breaks.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Plan → Act → Observe → Replan</a:t>
            </a:r>
          </a:p>
          <a:p xmlns:a="http://schemas.openxmlformats.org/drawingml/2006/main">
            <a:r>
              <a:rPr sz="2000"/>
              <a:t>Visible recovery, explicit failures</a:t>
            </a:r>
          </a:p>
          <a:p xmlns:a="http://schemas.openxmlformats.org/drawingml/2006/main">
            <a:r>
              <a:rPr sz="2000"/>
              <a:t>Ready for human rehearsal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2026-09-06T06:25:11.3970000Z</dcterms:created>
  <dcterms:modified xsi:type="dcterms:W3CDTF">2026-09-06T06:25:11.3970000Z</dcterms:modified>
</coreProperties>
</file>